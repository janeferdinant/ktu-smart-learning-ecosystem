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6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c9lU3XDaYdRU1ye7yXR89LhQ1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0" Type="http://customschemas.google.com/relationships/presentationmetadata" Target="metadata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9" name="Google Shape;10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slide21.xml" TargetMode="External"/><Relationship Id="rId4" Type="http://schemas.openxmlformats.org/officeDocument/2006/relationships/hyperlink" Target="http://slide31.x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685800" y="1447800"/>
            <a:ext cx="8153400" cy="215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</a:t>
            </a:r>
            <a:b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</a:t>
            </a:r>
            <a: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(Part 1)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b="0" i="0" lang="en-US" sz="32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0" i="0" sz="3200" u="none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</a:t>
            </a:r>
            <a:endParaRPr/>
          </a:p>
        </p:txBody>
      </p:sp>
      <p:sp>
        <p:nvSpPr>
          <p:cNvPr id="125" name="Google Shape;125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Polymorphism :- Method Overloading, Using Objects as Parameters, Returning Objects,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Recursion.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Members, Final Variables, Inner Classes.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- Super Class, Sub Class, Types of Inheritance, The superkeyword, protected Members, Calling Order of Constructors.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Overriding, Dynamic Method Dispatch, Using final with Inheritance.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Polymorphism</a:t>
            </a:r>
            <a:endParaRPr/>
          </a:p>
          <a:p>
            <a:pPr indent="-1778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Method Overloading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Using Objects as Parameters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1524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Overloading</a:t>
            </a:r>
            <a:endParaRPr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457200" y="8382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possible to define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or more methods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name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the same 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their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declarations should be different.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called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overloading.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form of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polymorphism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(many forms)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Overloaded methods must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 in the type and/or number of their parameters. (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types is not significant.)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overloaded method is invoked, Java uses the type and/or number of arguments to determine which version of the overloaded method to actually call.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228600" y="2286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1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method overloading.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System.out.println(“Empty");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test(int a)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System.out.println("a: " + 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test(int a, int b)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System.out.println(“a=”+a);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System.out.println(“b=”+b);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9" name="Google Shape;149;p5"/>
          <p:cNvSpPr txBox="1"/>
          <p:nvPr>
            <p:ph idx="2" type="body"/>
          </p:nvPr>
        </p:nvSpPr>
        <p:spPr>
          <a:xfrm>
            <a:off x="4495800" y="304800"/>
            <a:ext cx="46482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Sample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ob = new Over();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test(10);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test(2, 5);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6096000" y="5029200"/>
            <a:ext cx="1133475" cy="14779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example  ,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 ) is overloaded three times.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version test() takes no parameters,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second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test(int 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takes one integer parameter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test(int a,int b)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takes two integer parameters.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Overloading(contd.)</a:t>
            </a:r>
            <a:endParaRPr/>
          </a:p>
        </p:txBody>
      </p: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overloaded method is called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Java looks for a match between the arguments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call the method and the method’s parameters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need not always be exact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some cases, Java’s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type conversions can play a role in overload resolution.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Overloading  -through automatic type conversions</a:t>
            </a:r>
            <a:endParaRPr/>
          </a:p>
        </p:txBody>
      </p:sp>
      <p:sp>
        <p:nvSpPr>
          <p:cNvPr id="174" name="Google Shape;174;p8"/>
          <p:cNvSpPr txBox="1"/>
          <p:nvPr>
            <p:ph idx="1" type="body"/>
          </p:nvPr>
        </p:nvSpPr>
        <p:spPr>
          <a:xfrm>
            <a:off x="457200" y="1219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Over{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test()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System.out.println(“Empty");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double</a:t>
            </a:r>
            <a:r>
              <a:rPr b="1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System.out.println(“a: " + 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75" name="Google Shape;175;p8"/>
          <p:cNvSpPr txBox="1"/>
          <p:nvPr>
            <p:ph idx="2" type="body"/>
          </p:nvPr>
        </p:nvSpPr>
        <p:spPr>
          <a:xfrm>
            <a:off x="4800600" y="1219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Sample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ob = new Over();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test(10);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7696200" y="4876800"/>
            <a:ext cx="1158875" cy="12001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a=2.5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Overloading  -through automatic type conversions(contd.)</a:t>
            </a:r>
            <a:endParaRPr/>
          </a:p>
        </p:txBody>
      </p:sp>
      <p:sp>
        <p:nvSpPr>
          <p:cNvPr id="184" name="Google Shape;184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example when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 ) is called with an integer argument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Overload, no matching method is found with int as argument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Java can automatically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an integer into a double,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this conversion can be used to resolve the call.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when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test(int) is not found,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 elevates int to double and then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calls test(double).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Overloading Constructors</a:t>
            </a:r>
            <a:endParaRPr/>
          </a:p>
        </p:txBody>
      </p:sp>
      <p:sp>
        <p:nvSpPr>
          <p:cNvPr id="192" name="Google Shape;192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Constructors can be overloaded. Because a class can have any number of constructors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default constructor, many parameterized constructors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A() { //statements}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A(int a) { //statements}</a:t>
            </a:r>
            <a:endParaRPr b="1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A(int a,float b) { //statements}</a:t>
            </a:r>
            <a:endParaRPr b="1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idx="1" type="body"/>
          </p:nvPr>
        </p:nvSpPr>
        <p:spPr>
          <a:xfrm>
            <a:off x="0" y="0"/>
            <a:ext cx="4495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width;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length;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height;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(double w, double l, double h)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width = w;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= l;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 = h;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width = 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=0;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 =0;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indent="-203200" lvl="0" marL="3429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1"/>
          <p:cNvSpPr txBox="1"/>
          <p:nvPr>
            <p:ph idx="2" type="body"/>
          </p:nvPr>
        </p:nvSpPr>
        <p:spPr>
          <a:xfrm>
            <a:off x="4114800" y="0"/>
            <a:ext cx="5029200" cy="4724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BoxDemo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main(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args[])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mybox1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Box(); </a:t>
            </a:r>
            <a:endParaRPr b="1" i="0" sz="2000" u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</a:t>
            </a:r>
            <a:r>
              <a:rPr b="1" i="0" lang="en-US" sz="2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mybox2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Box(3, 6, 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System.out.println("mybox1");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System.out.println(mybox1 .width + " “ +mybox1 .length + " "+  mybox1 .height);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System.out.println("mybox2");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System.out.println(mybox2.width + " “ + mybox2.length + " " +  mybox2 .height);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2209800" y="4800600"/>
            <a:ext cx="4648200" cy="14779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mybox1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0.0   0.0   0.0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mybox2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3.0   6.0   2.0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/>
          <p:nvPr>
            <p:ph idx="1" type="body"/>
          </p:nvPr>
        </p:nvSpPr>
        <p:spPr>
          <a:xfrm>
            <a:off x="0" y="0"/>
            <a:ext cx="4495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</a:t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width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length;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height;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(double w, double l, double h)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width = w;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= l;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 = h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2"/>
          <p:cNvSpPr txBox="1"/>
          <p:nvPr>
            <p:ph idx="2" type="body"/>
          </p:nvPr>
        </p:nvSpPr>
        <p:spPr>
          <a:xfrm>
            <a:off x="4343400" y="0"/>
            <a:ext cx="4343400" cy="3733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BoxDemo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main(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args[])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mybox1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Box(); </a:t>
            </a:r>
            <a:r>
              <a:rPr b="1" i="0" lang="en-US" sz="20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//ERROR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</a:t>
            </a:r>
            <a:r>
              <a:rPr b="1" i="0" lang="en-US" sz="2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mybox2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Box(3, 6, 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2362200" y="4343400"/>
            <a:ext cx="6781800" cy="2032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following statement  tries to create  object mybox1 of class Box 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mybox1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should call default constructor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Box()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class Box.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Box class has constructor but no default constructor is there.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ERROR occurs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>
            <p:ph idx="1" type="body"/>
          </p:nvPr>
        </p:nvSpPr>
        <p:spPr>
          <a:xfrm>
            <a:off x="0" y="0"/>
            <a:ext cx="4495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</a:t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width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length;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height;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3"/>
          <p:cNvSpPr txBox="1"/>
          <p:nvPr>
            <p:ph idx="2" type="body"/>
          </p:nvPr>
        </p:nvSpPr>
        <p:spPr>
          <a:xfrm>
            <a:off x="4343400" y="0"/>
            <a:ext cx="4343400" cy="3733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BoxDemo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main(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args[])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mybox1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Box(); </a:t>
            </a:r>
            <a:endParaRPr b="1" i="0" sz="2000" u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21" name="Google Shape;221;p13"/>
          <p:cNvSpPr txBox="1"/>
          <p:nvPr/>
        </p:nvSpPr>
        <p:spPr>
          <a:xfrm>
            <a:off x="2362200" y="4343400"/>
            <a:ext cx="9255125" cy="14779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ERROR in this code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statement creates object of Box class mybox1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mybox1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Box(); </a:t>
            </a:r>
            <a:endParaRPr b="1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no constructors are not there,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provides the default constructor.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type="title"/>
          </p:nvPr>
        </p:nvSpPr>
        <p:spPr>
          <a:xfrm>
            <a:off x="2286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Objects as Parameters</a:t>
            </a:r>
            <a:endParaRPr/>
          </a:p>
        </p:txBody>
      </p:sp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533400" y="21336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pas objects as arguments(parameters) to function(method).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are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passed by reference(call by </a:t>
            </a:r>
            <a:r>
              <a:rPr b="1" lang="en-US"/>
              <a:t>reference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>
            <p:ph type="title"/>
          </p:nvPr>
        </p:nvSpPr>
        <p:spPr>
          <a:xfrm>
            <a:off x="45720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as parameters</a:t>
            </a:r>
            <a:endParaRPr/>
          </a:p>
        </p:txBody>
      </p:sp>
      <p:sp>
        <p:nvSpPr>
          <p:cNvPr id="235" name="Google Shape;235;p15"/>
          <p:cNvSpPr txBox="1"/>
          <p:nvPr>
            <p:ph idx="1" type="body"/>
          </p:nvPr>
        </p:nvSpPr>
        <p:spPr>
          <a:xfrm>
            <a:off x="457200" y="381000"/>
            <a:ext cx="4038600" cy="574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Test</a:t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int a, b;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Test(int i, int j) </a:t>
            </a:r>
            <a:endParaRPr sz="2200"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2200"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i;</a:t>
            </a:r>
            <a:endParaRPr sz="2200"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j;</a:t>
            </a:r>
            <a:endParaRPr sz="2200"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200"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equals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(Test </a:t>
            </a:r>
            <a:r>
              <a:rPr b="1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</a:t>
            </a:r>
            <a:r>
              <a:rPr b="1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.a == a &amp;&amp; </a:t>
            </a:r>
            <a:r>
              <a:rPr b="1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.b == b)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return true;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false;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36" name="Google Shape;236;p15"/>
          <p:cNvSpPr txBox="1"/>
          <p:nvPr>
            <p:ph idx="2" type="body"/>
          </p:nvPr>
        </p:nvSpPr>
        <p:spPr>
          <a:xfrm>
            <a:off x="3733800" y="457200"/>
            <a:ext cx="5410200" cy="5668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PassOb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ob1 = new Test(100, 22);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ob2 = new Test(100, 22);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ob3 = new Test(-1, -1);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System.out.println(ob1.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ob2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System.out.println(ob1.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ob3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3733800" y="4800600"/>
            <a:ext cx="4343400" cy="101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type="title"/>
          </p:nvPr>
        </p:nvSpPr>
        <p:spPr>
          <a:xfrm>
            <a:off x="45720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as parameters</a:t>
            </a:r>
            <a:endParaRPr/>
          </a:p>
        </p:txBody>
      </p:sp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0" y="381000"/>
            <a:ext cx="4495800" cy="574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Test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a, b;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Test(int i, int j)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j;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equals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(Test </a:t>
            </a:r>
            <a:r>
              <a:rPr b="1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</a:t>
            </a:r>
            <a:r>
              <a:rPr b="1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.a == </a:t>
            </a:r>
            <a:r>
              <a:rPr b="0" i="0" lang="en-US" sz="2400" u="non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.a &amp;&amp; </a:t>
            </a:r>
            <a:r>
              <a:rPr b="1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.b == </a:t>
            </a:r>
            <a:r>
              <a:rPr b="0" i="0" lang="en-US" sz="2400" u="non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.b)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 true;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false;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46" name="Google Shape;246;p16"/>
          <p:cNvSpPr txBox="1"/>
          <p:nvPr>
            <p:ph idx="2" type="body"/>
          </p:nvPr>
        </p:nvSpPr>
        <p:spPr>
          <a:xfrm>
            <a:off x="3733800" y="457200"/>
            <a:ext cx="5410200" cy="5668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PassOb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ob1 = new Test(100, 22);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ob2 = new Test(100, 22);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ob3 = new Test(-1, -1);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</a:t>
            </a: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ob1.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ob2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</a:t>
            </a: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ob1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ob3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3733800" y="4800600"/>
            <a:ext cx="4343400" cy="101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4419600"/>
            <a:ext cx="2713037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7"/>
          <p:cNvSpPr txBox="1"/>
          <p:nvPr>
            <p:ph type="title"/>
          </p:nvPr>
        </p:nvSpPr>
        <p:spPr>
          <a:xfrm>
            <a:off x="381000" y="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to initialize another object</a:t>
            </a:r>
            <a:endParaRPr/>
          </a:p>
        </p:txBody>
      </p:sp>
      <p:sp>
        <p:nvSpPr>
          <p:cNvPr id="256" name="Google Shape;256;p17"/>
          <p:cNvSpPr txBox="1"/>
          <p:nvPr>
            <p:ph idx="1" type="body"/>
          </p:nvPr>
        </p:nvSpPr>
        <p:spPr>
          <a:xfrm>
            <a:off x="228600" y="457200"/>
            <a:ext cx="4419600" cy="559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</a:t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width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length;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height;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(double w, double l, double h)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width = w;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= l;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 = h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7"/>
          <p:cNvSpPr txBox="1"/>
          <p:nvPr>
            <p:ph idx="2" type="body"/>
          </p:nvPr>
        </p:nvSpPr>
        <p:spPr>
          <a:xfrm>
            <a:off x="4876800" y="762000"/>
            <a:ext cx="4267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BoxDemo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</a:t>
            </a:r>
            <a:r>
              <a:rPr b="1" i="0" lang="en-US" sz="21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main(</a:t>
            </a:r>
            <a:r>
              <a:rPr b="0" i="0" lang="en-US" sz="2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args[])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Box(10, 20, 15);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</a:t>
            </a:r>
            <a:r>
              <a:rPr b="1" i="0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Box(</a:t>
            </a:r>
            <a:r>
              <a:rPr b="1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3352800" y="4953000"/>
            <a:ext cx="3506787" cy="9239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object </a:t>
            </a:r>
            <a:r>
              <a:rPr b="0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clone of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 </a:t>
            </a:r>
            <a:r>
              <a:rPr b="0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initialized using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values of object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/>
          </a:p>
        </p:txBody>
      </p:sp>
      <p:pic>
        <p:nvPicPr>
          <p:cNvPr id="261" name="Google Shape;2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3048000"/>
            <a:ext cx="2513012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Passing arguments to function</a:t>
            </a:r>
            <a:endParaRPr/>
          </a:p>
        </p:txBody>
      </p:sp>
      <p:sp>
        <p:nvSpPr>
          <p:cNvPr id="267" name="Google Shape;26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</a:t>
            </a:r>
            <a:r>
              <a:rPr b="0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Primitive types(int,char,double etc.)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passed by value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</a:t>
            </a:r>
            <a:r>
              <a:rPr b="0" i="0" lang="en-US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passed by reference.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"/>
          <p:cNvSpPr txBox="1"/>
          <p:nvPr>
            <p:ph idx="1" type="body"/>
          </p:nvPr>
        </p:nvSpPr>
        <p:spPr>
          <a:xfrm>
            <a:off x="381000" y="0"/>
            <a:ext cx="4038600" cy="551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Test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Test(int i)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calc(Test o)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o.a *= 2;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calc(int a)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a*=2;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75" name="Google Shape;275;p19"/>
          <p:cNvSpPr txBox="1"/>
          <p:nvPr>
            <p:ph idx="2" type="body"/>
          </p:nvPr>
        </p:nvSpPr>
        <p:spPr>
          <a:xfrm>
            <a:off x="2971800" y="0"/>
            <a:ext cx="6019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Obcall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 = new Test(15);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System.out.println("Object parameter");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System.out.println("Before call: " + ob.a 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calc(ob)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	</a:t>
            </a:r>
            <a:r>
              <a:rPr b="1" i="0" lang="en-US" sz="24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//Call by reference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System.out.println("After call: " + ob.a 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a=15;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System.out.println("Integer parameter");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System.out.println("Before call: " + 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1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calc(a);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b="1" i="0" lang="en-US" sz="24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//Call by value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System.out.println("After call: " + a);  } }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838200" y="4826000"/>
            <a:ext cx="2057400" cy="2032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parameter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call: 15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call: 30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parameter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call: 15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call: 15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284" name="Google Shape;284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