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544A8-799B-F8FA-23C1-E58BF59B5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153D1-8598-C525-0C1D-FE511E3FB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A72F0-6273-8098-DAC4-D3D9F6FB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6F06B-BE94-F71F-D503-6C473FCA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0D118-2AEE-59F8-6CB0-0CC55E13F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3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81208-DE6A-53EE-B5D0-3A754DF1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6FAB8-4230-9834-7A87-68062D6CA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9DAA4-DBA1-8136-B1B7-7FB5E289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A1659-BC42-C1D8-612C-9B827D812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4F7EC-BF14-7D7B-C9E7-FDCA943B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22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87913-E98E-019B-F68C-CE43F22F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0955C-5F17-6F53-BE74-55AFAE774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A6CA9-C31F-5BDF-2CC7-173DC6C7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9736F-8691-9D71-CEB5-7B159A95F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7AA5F-BAF9-6CDF-B141-89F4D1DB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45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62BB-0A81-02AA-B922-D53F0543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C713E-29B9-EAD6-E381-ABD33288F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964B9-040E-F0C7-9F51-2566D7F63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4D724-4ED8-7794-EDAA-DEF90F31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A79A-D810-A02F-55B5-605251EB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11BFE-AF82-28BF-8660-A2D52923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55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C7DAB-FCE9-92A6-A7ED-E9851F42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00B03-F979-E0CA-F08C-536EF3B7A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44322-9DFD-7966-6E37-5C31C44E8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A2BFA-BA8D-5D66-B570-6BA55F4BE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0C0C2-3690-35DA-F5E1-A4F23A8A6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A7663-F1C6-68F9-FE38-C0A23FC3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73D6BA-3433-E4ED-085F-37B4685D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1F252-79CE-797A-445C-F4A9A2E8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63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0C208-9F3B-02B9-4ABA-B21F327F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E5033-1ACB-B435-56D1-0B2F09613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0BAB2-A983-9F3A-3E66-F96DAD04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02F19-1FB8-53AC-99FC-7721FF19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41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295FF-87D4-7EDA-1CCA-50CD1C155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1D826-4239-CE72-B53B-F80089A8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EE591-8F2A-4617-F5AB-1B355E89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23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1CD1-09D4-EC3A-9305-BB38EA360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065ED-6EFA-ED54-47EF-654D31A26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4CE81-1018-0083-FCA9-AD0C80A01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63C25-5DBE-FD0E-0965-76DA4CF5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4E034-A9CD-65E6-4DEF-F937C1E59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1FFCD-9848-708C-008E-667F113C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48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BE0C-1613-6CA2-0911-0C50F495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BC0F94-4C43-C2E5-9425-7EF114629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B37A2-CD34-E77C-B5A3-4637D4C39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DD8C4-458D-C16D-677C-85E9B802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C0842-25A0-5281-7094-FC6CE9E62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6E8EB-7ACE-048D-65A8-45625AE4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949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0266-A6E9-89AC-DF58-EC88ACA99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E6732-CE45-EA62-D1CE-3218375AB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F6E35-A49D-F623-4685-C6072D359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3CA7B-6B75-C3C6-58E3-F9AB7CA2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62CEB-C768-4D59-F37B-9854ADA4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53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5C1ECF-9559-9558-1DA8-4B22E037F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7F81B-2BBB-5D27-4B45-61C33BD57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3C775-90EC-B68A-E389-16C21441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5EFFE-60E6-0076-AE00-C9717D8D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55E36-9A3C-1612-2264-DF855650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11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9BC774-12E9-A250-CD58-BBF8885D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4370F-1E56-F5FE-4DEA-16E012A5F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B115D-08F7-6F33-1BA9-23DA351C5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63107-B54F-4FD2-8747-6EA96C7CE21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09053-22DF-4C84-570E-3ED18C078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A95E1-C013-58FE-F7F1-319326074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EF693-9C6E-4F67-B3AB-0580B2C0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157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4986-4C11-7BB8-43AD-E19AD3F9B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OOP- part 4</a:t>
            </a:r>
            <a:br>
              <a:rPr lang="en-IN"/>
            </a:br>
            <a:r>
              <a:rPr lang="en-IN"/>
              <a:t>Wrapper </a:t>
            </a:r>
            <a:r>
              <a:rPr lang="en-IN" dirty="0"/>
              <a:t>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4EC3C-3CF6-9CBD-3633-4E5BF2E8D2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27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5A0F-F796-0CAE-7519-D014741AE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Wrapper Type is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CDCE8-B3E6-1520-BEB8-9B408AF6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335"/>
            <a:ext cx="10515600" cy="467262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uses primitive types (also called simple types),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simple values. E.g. 12 represents int.     2.5 represents float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cases,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to represent values as objects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rimitive types cannot be used for this. P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rimitive types cannot be passed as reference to methods.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data structures operate on objects, so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cannot be used to store primitive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wrappers for this.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Wrappers types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classes that encapsulate a primitive type within an object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40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2D235-4517-7037-1AF4-CE5712BC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Wrapper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D9BB-E91E-0E18-A0A4-2B0A65C5C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type wrappers or Wrapper types  are </a:t>
            </a:r>
          </a:p>
          <a:p>
            <a:r>
              <a:rPr lang="en-US" b="1" dirty="0"/>
              <a:t>Character</a:t>
            </a:r>
          </a:p>
          <a:p>
            <a:r>
              <a:rPr lang="en-US" b="1" dirty="0"/>
              <a:t>Double</a:t>
            </a:r>
          </a:p>
          <a:p>
            <a:r>
              <a:rPr lang="en-US" b="1" dirty="0"/>
              <a:t>Float</a:t>
            </a:r>
          </a:p>
          <a:p>
            <a:r>
              <a:rPr lang="en-US" b="1" dirty="0"/>
              <a:t>Long</a:t>
            </a:r>
          </a:p>
          <a:p>
            <a:r>
              <a:rPr lang="en-US" b="1" dirty="0"/>
              <a:t>Integer</a:t>
            </a:r>
          </a:p>
          <a:p>
            <a:r>
              <a:rPr lang="en-US" b="1" dirty="0"/>
              <a:t>Short</a:t>
            </a:r>
          </a:p>
          <a:p>
            <a:r>
              <a:rPr lang="en-US" b="1" dirty="0"/>
              <a:t>Byte</a:t>
            </a:r>
          </a:p>
          <a:p>
            <a:endParaRPr lang="en-US" dirty="0"/>
          </a:p>
          <a:p>
            <a:r>
              <a:rPr lang="en-US" b="1" dirty="0"/>
              <a:t>Boolean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60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6236-A99C-95AE-3EEB-4FD26012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Character</a:t>
            </a:r>
            <a:r>
              <a:rPr lang="en-IN" dirty="0"/>
              <a:t> wrapper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C9900-6B72-1855-53A4-26B196FCF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US" b="1" dirty="0"/>
              <a:t>Character </a:t>
            </a:r>
            <a:r>
              <a:rPr lang="en-US" dirty="0"/>
              <a:t>is a wrapper around a </a:t>
            </a:r>
            <a:r>
              <a:rPr lang="en-US" b="1" dirty="0"/>
              <a:t>char</a:t>
            </a:r>
            <a:r>
              <a:rPr lang="en-US" dirty="0"/>
              <a:t>. The constructor for </a:t>
            </a:r>
            <a:r>
              <a:rPr lang="en-US" b="1" dirty="0"/>
              <a:t>Character </a:t>
            </a:r>
            <a:r>
              <a:rPr lang="en-US" dirty="0"/>
              <a:t>is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To obtain the </a:t>
            </a:r>
            <a:r>
              <a:rPr lang="en-US" b="1" dirty="0"/>
              <a:t>char </a:t>
            </a:r>
            <a:r>
              <a:rPr lang="en-US" dirty="0"/>
              <a:t>value contained in a </a:t>
            </a:r>
            <a:r>
              <a:rPr lang="en-US" b="1" dirty="0"/>
              <a:t>Character </a:t>
            </a:r>
            <a:r>
              <a:rPr lang="en-US" dirty="0"/>
              <a:t>object, call </a:t>
            </a:r>
            <a:r>
              <a:rPr lang="en-US" b="1" dirty="0" err="1"/>
              <a:t>charValue</a:t>
            </a:r>
            <a:r>
              <a:rPr lang="en-US" b="1" dirty="0"/>
              <a:t>( )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char </a:t>
            </a:r>
            <a:r>
              <a:rPr lang="en-IN" dirty="0" err="1"/>
              <a:t>charValue</a:t>
            </a:r>
            <a:r>
              <a:rPr lang="en-IN" dirty="0"/>
              <a:t>( )</a:t>
            </a:r>
          </a:p>
          <a:p>
            <a:pPr marL="0" indent="0">
              <a:buNone/>
            </a:pPr>
            <a:endParaRPr lang="en-IN" dirty="0"/>
          </a:p>
          <a:p>
            <a:pPr lvl="1"/>
            <a:r>
              <a:rPr lang="en-US" dirty="0"/>
              <a:t>It returns the encapsulated character.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3B7BC-F3C1-E48A-BA29-497DFAA60DB0}"/>
              </a:ext>
            </a:extLst>
          </p:cNvPr>
          <p:cNvSpPr txBox="1"/>
          <p:nvPr/>
        </p:nvSpPr>
        <p:spPr>
          <a:xfrm>
            <a:off x="3249561" y="2905780"/>
            <a:ext cx="3868994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b="1" dirty="0"/>
              <a:t>Character(char </a:t>
            </a:r>
            <a:r>
              <a:rPr lang="en-IN" sz="2800" b="1" i="1" dirty="0" err="1"/>
              <a:t>ch</a:t>
            </a:r>
            <a:r>
              <a:rPr lang="en-IN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464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98AF-7254-FD38-8A53-F31A6A51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Boolean wrapper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DF47C-8606-FCE1-7385-31B1A86A5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wrapper around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values. It defines these constructors: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boolValue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Boolean(String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boolString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obtain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from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object, use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booleanValue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booleanValue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returns the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of the invoking object.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1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1FE58-906A-8C33-9320-7794022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Numeric Type Wrappers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C17BE-24A8-B8AC-F4A7-5DBF83C41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Byte</a:t>
            </a:r>
            <a:r>
              <a:rPr lang="en-US" dirty="0"/>
              <a:t>, </a:t>
            </a:r>
            <a:r>
              <a:rPr lang="en-US" b="1" dirty="0"/>
              <a:t>Short</a:t>
            </a:r>
            <a:r>
              <a:rPr lang="en-US" dirty="0"/>
              <a:t>, </a:t>
            </a:r>
            <a:r>
              <a:rPr lang="en-US" b="1" dirty="0"/>
              <a:t>Integer</a:t>
            </a:r>
            <a:r>
              <a:rPr lang="en-US" dirty="0"/>
              <a:t>, </a:t>
            </a:r>
            <a:r>
              <a:rPr lang="en-US" b="1" dirty="0"/>
              <a:t>Long</a:t>
            </a:r>
            <a:r>
              <a:rPr lang="en-US" dirty="0"/>
              <a:t>, </a:t>
            </a:r>
            <a:r>
              <a:rPr lang="en-US" b="1" dirty="0"/>
              <a:t>Float</a:t>
            </a:r>
            <a:r>
              <a:rPr lang="en-US" dirty="0"/>
              <a:t>, and </a:t>
            </a:r>
            <a:r>
              <a:rPr lang="en-US" b="1" dirty="0"/>
              <a:t>Double</a:t>
            </a:r>
          </a:p>
          <a:p>
            <a:r>
              <a:rPr lang="en-US" dirty="0"/>
              <a:t>All of the numeric type wrappers inherit the abstract class </a:t>
            </a:r>
            <a:r>
              <a:rPr lang="en-US" b="1" dirty="0"/>
              <a:t>Number.</a:t>
            </a:r>
          </a:p>
          <a:p>
            <a:r>
              <a:rPr lang="en-US" dirty="0"/>
              <a:t>All of the numeric type wrappers define constructors that allow an object to be constructed from a given value, or a string representation of that value</a:t>
            </a:r>
            <a:endParaRPr lang="en-US" b="1" dirty="0"/>
          </a:p>
          <a:p>
            <a:r>
              <a:rPr lang="en-US" dirty="0"/>
              <a:t>Functions are:</a:t>
            </a:r>
          </a:p>
          <a:p>
            <a:pPr marL="0" indent="0">
              <a:buNone/>
            </a:pPr>
            <a:r>
              <a:rPr lang="en-IN" dirty="0"/>
              <a:t>byte </a:t>
            </a:r>
            <a:r>
              <a:rPr lang="en-IN" dirty="0" err="1"/>
              <a:t>byteValue</a:t>
            </a:r>
            <a:r>
              <a:rPr lang="en-IN" dirty="0"/>
              <a:t>( )		//</a:t>
            </a:r>
            <a:r>
              <a:rPr lang="en-US" dirty="0"/>
              <a:t> returns the value of an object as a </a:t>
            </a:r>
            <a:r>
              <a:rPr lang="en-US" b="1" dirty="0"/>
              <a:t>byte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double </a:t>
            </a:r>
            <a:r>
              <a:rPr lang="en-IN" dirty="0" err="1"/>
              <a:t>doubleValue</a:t>
            </a:r>
            <a:r>
              <a:rPr lang="en-IN" dirty="0"/>
              <a:t>( )		//</a:t>
            </a:r>
            <a:r>
              <a:rPr lang="en-US" dirty="0"/>
              <a:t> returns the value of an object as a </a:t>
            </a:r>
            <a:r>
              <a:rPr lang="en-US" b="1" dirty="0"/>
              <a:t>double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float </a:t>
            </a:r>
            <a:r>
              <a:rPr lang="en-IN" dirty="0" err="1"/>
              <a:t>floatValue</a:t>
            </a:r>
            <a:r>
              <a:rPr lang="en-IN" dirty="0"/>
              <a:t>( )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intValue</a:t>
            </a:r>
            <a:r>
              <a:rPr lang="en-IN" dirty="0"/>
              <a:t>( )</a:t>
            </a:r>
          </a:p>
          <a:p>
            <a:pPr marL="0" indent="0">
              <a:buNone/>
            </a:pPr>
            <a:r>
              <a:rPr lang="en-IN" dirty="0"/>
              <a:t>long </a:t>
            </a:r>
            <a:r>
              <a:rPr lang="en-IN" dirty="0" err="1"/>
              <a:t>longValue</a:t>
            </a:r>
            <a:r>
              <a:rPr lang="en-IN" dirty="0"/>
              <a:t>( )</a:t>
            </a:r>
          </a:p>
          <a:p>
            <a:pPr marL="0" indent="0">
              <a:buNone/>
            </a:pPr>
            <a:r>
              <a:rPr lang="en-IN" dirty="0"/>
              <a:t>short </a:t>
            </a:r>
            <a:r>
              <a:rPr lang="en-IN" dirty="0" err="1"/>
              <a:t>shortValue</a:t>
            </a:r>
            <a:r>
              <a:rPr lang="en-IN" dirty="0"/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279542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DC80-210C-2E70-F9B1-ECECAE96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Integer  wrapper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F58DA-E7B3-DD55-C1E9-98DB7A8F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Integer(int </a:t>
            </a:r>
            <a:r>
              <a:rPr lang="en-IN" i="1" dirty="0" err="1"/>
              <a:t>num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Integer(String </a:t>
            </a:r>
            <a:r>
              <a:rPr lang="en-IN" i="1" dirty="0"/>
              <a:t>str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969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F6C6-96A6-E85A-FADE-941C6320E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Example-Integer wrapper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048E9-1FEF-C776-86CA-3C7EF2BCA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class Wrap</a:t>
            </a:r>
          </a:p>
          <a:p>
            <a:pPr marL="0" indent="0">
              <a:buNone/>
            </a:pP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US" dirty="0"/>
              <a:t>     public static void main(String </a:t>
            </a:r>
            <a:r>
              <a:rPr lang="en-US" dirty="0" err="1"/>
              <a:t>args</a:t>
            </a:r>
            <a:r>
              <a:rPr lang="en-US" dirty="0"/>
              <a:t>[]) 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IN" dirty="0"/>
              <a:t>Integer </a:t>
            </a:r>
            <a:r>
              <a:rPr lang="en-IN" dirty="0" err="1"/>
              <a:t>ob</a:t>
            </a:r>
            <a:r>
              <a:rPr lang="en-IN" dirty="0"/>
              <a:t> = new Integer(100);</a:t>
            </a:r>
          </a:p>
          <a:p>
            <a:pPr marL="457200" lvl="1" indent="0">
              <a:buNone/>
            </a:pPr>
            <a:r>
              <a:rPr lang="en-IN" dirty="0"/>
              <a:t>int </a:t>
            </a:r>
            <a:r>
              <a:rPr lang="en-IN" dirty="0" err="1"/>
              <a:t>i</a:t>
            </a:r>
            <a:r>
              <a:rPr lang="en-IN" dirty="0"/>
              <a:t> = </a:t>
            </a:r>
            <a:r>
              <a:rPr lang="en-IN" dirty="0" err="1"/>
              <a:t>ob.intValue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 + " " + </a:t>
            </a:r>
            <a:r>
              <a:rPr lang="en-IN" dirty="0" err="1"/>
              <a:t>ob</a:t>
            </a:r>
            <a:r>
              <a:rPr lang="en-IN" dirty="0"/>
              <a:t>); 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OUTPUT: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100 100</a:t>
            </a:r>
          </a:p>
        </p:txBody>
      </p:sp>
    </p:spTree>
    <p:extLst>
      <p:ext uri="{BB962C8B-B14F-4D97-AF65-F5344CB8AC3E}">
        <p14:creationId xmlns:p14="http://schemas.microsoft.com/office/powerpoint/2010/main" val="120774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3D70-E64C-97D5-4AA4-DF9DB52F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Wrapper-boxing and unboxing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8AB48-3FE0-5D54-8295-F5022042C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917291"/>
            <a:ext cx="10515600" cy="4652963"/>
          </a:xfrm>
        </p:spPr>
        <p:txBody>
          <a:bodyPr>
            <a:normAutofit/>
          </a:bodyPr>
          <a:lstStyle/>
          <a:p>
            <a:pPr algn="just"/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BOXING: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of encapsulating a value within an object is called </a:t>
            </a:r>
            <a:r>
              <a:rPr lang="en-US" sz="25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boxing. </a:t>
            </a:r>
          </a:p>
          <a:p>
            <a:pPr lvl="1"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statement boxes the value 100 into an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</a:t>
            </a: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Integer(100);</a:t>
            </a:r>
          </a:p>
          <a:p>
            <a:pPr algn="just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UNBOXING: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extracting a value from a type wrapper is called </a:t>
            </a:r>
            <a:r>
              <a:rPr lang="en-US" sz="25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unboxing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statement unboxes the value in 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ob.intValue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88545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53F3-CB79-D5C0-12A1-C25ED303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F1B6-EFEB-DA05-EFFF-C0F83590A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299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470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OOP- part 4 Wrapper Type</vt:lpstr>
      <vt:lpstr>Why Wrapper Type is needed?</vt:lpstr>
      <vt:lpstr>Wrapper Types</vt:lpstr>
      <vt:lpstr>Character wrapper</vt:lpstr>
      <vt:lpstr>Boolean wrapper</vt:lpstr>
      <vt:lpstr>The Numeric Type Wrappers</vt:lpstr>
      <vt:lpstr>Integer  wrapper</vt:lpstr>
      <vt:lpstr>Example-Integer wrapper</vt:lpstr>
      <vt:lpstr>Wrapper-boxing and unboxing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RENETHA J B</dc:creator>
  <cp:lastModifiedBy>RENETHA J B</cp:lastModifiedBy>
  <cp:revision>15</cp:revision>
  <dcterms:created xsi:type="dcterms:W3CDTF">2025-07-04T06:44:27Z</dcterms:created>
  <dcterms:modified xsi:type="dcterms:W3CDTF">2025-07-11T09:53:50Z</dcterms:modified>
</cp:coreProperties>
</file>