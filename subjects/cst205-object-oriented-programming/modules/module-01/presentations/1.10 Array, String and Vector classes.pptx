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gF0Uv0ygA3v0/T4wHvYor/kaAr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3363083d167e9bf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3363083d167e9bf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63363083d167e9bf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9" name="Google Shape;339;p3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7" name="Google Shape;347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3" name="Google Shape;363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0" name="Google Shape;380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OOP Module 1 part 10</a:t>
            </a:r>
            <a:br>
              <a:rPr lang="en-US"/>
            </a:br>
            <a:r>
              <a:rPr lang="en-US"/>
              <a:t> Array, Str</a:t>
            </a:r>
            <a:r>
              <a:rPr lang="en-US"/>
              <a:t>ing </a:t>
            </a:r>
            <a:r>
              <a:rPr lang="en-US"/>
              <a:t>and Vector class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Renetha J 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3363083d167e9bf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63363083d167e9bf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Array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String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Vect</a:t>
            </a:r>
            <a:r>
              <a:rPr lang="en-US"/>
              <a:t>or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981200" y="1268361"/>
            <a:ext cx="8229600" cy="485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group of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like-typed(same type) variables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referred to by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common name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 of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any type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created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 may have one or more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dimensions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specific element in an array is accessed by its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means position It starts from 0.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of first element is 0, second element is 1 etc.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981200" y="838200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One-Dimensional Arrays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 array variable of the desired type.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syntax 1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b="1" i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1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variablename[ 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int a[];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syntax 2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two declarations are equivalent: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int[]a;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this declaration means that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array variable, but  </a:t>
            </a:r>
            <a:r>
              <a:rPr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actually exists. </a:t>
            </a:r>
            <a:r>
              <a:rPr b="1"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space is allocated for it in memory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923868" y="3901281"/>
            <a:ext cx="3810000" cy="533400"/>
          </a:xfrm>
          <a:prstGeom prst="rect">
            <a:avLst/>
          </a:prstGeom>
          <a:solidFill>
            <a:schemeClr val="accent1">
              <a:alpha val="0"/>
            </a:schemeClr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] variablename;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438400" y="2209800"/>
            <a:ext cx="2971800" cy="533400"/>
          </a:xfrm>
          <a:prstGeom prst="rect">
            <a:avLst/>
          </a:prstGeom>
          <a:solidFill>
            <a:schemeClr val="accent1">
              <a:alpha val="0"/>
            </a:schemeClr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Arrays(contd.)</a:t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 link array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an actual, physical array of integers.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must allocate space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assign it to array variable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special operator that </a:t>
            </a:r>
            <a:r>
              <a:rPr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allocates memory.</a:t>
            </a:r>
            <a:endParaRPr u="sng"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a= new int[12];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statement executes, variable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refer to an </a:t>
            </a:r>
            <a:r>
              <a:rPr lang="en-US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of 12 integers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324600" y="4953001"/>
            <a:ext cx="2286000" cy="369887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a[]=new int[12];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2700449" y="3775588"/>
            <a:ext cx="32720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Obtaining an array is a two-step process. 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we must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of the desired array type. 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Second, we must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 the memory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will hold the array, using 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assign it to the array variable</a:t>
            </a:r>
            <a:endParaRPr/>
          </a:p>
          <a:p>
            <a:pPr indent="-3048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 all arrays are </a:t>
            </a:r>
            <a:r>
              <a:rPr b="1"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dynamically allocated.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possible to combine the declaration of the array variable with the allocation.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endParaRPr/>
          </a:p>
          <a:p>
            <a:pPr indent="-457200" lvl="1" marL="9144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a[]= new int[12]; 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172200" y="5257800"/>
            <a:ext cx="2317750" cy="1016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a[];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 new int[12];</a:t>
            </a:r>
            <a:endParaRPr b="0" i="0" sz="2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 rot="10800000">
            <a:off x="4953000" y="5867401"/>
            <a:ext cx="1219200" cy="1587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value in array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1981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Array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new int[4];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 = 1;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 = 3;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a[2] = 2;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a[3]=5;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initilization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 can be initialized(give values) when they are declared.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initializer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list of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comma-separated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expressions surrounded by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curly braces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need for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AutoArray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a[] = { 1,3,2,5};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Array(contd.)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try to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elements </a:t>
            </a:r>
            <a:r>
              <a:rPr b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outside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range of the array (</a:t>
            </a:r>
            <a:r>
              <a:rPr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numbers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greater than the length of the array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it will cause a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run-time error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a[]=new int[10];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a[-3]=5;	//ERROR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a[11]=7;	 //ERROR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 OUT OF BOUNDS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1804220" y="136526"/>
            <a:ext cx="82296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Read and display values in an array</a:t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648929" y="344333"/>
            <a:ext cx="6282815" cy="56533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import java.io.*;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import java.util.*;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class Arrayinput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{</a:t>
            </a:r>
            <a:endParaRPr/>
          </a:p>
          <a:p>
            <a:pPr indent="0" lvl="2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public static void main(String args[]) </a:t>
            </a:r>
            <a:endParaRPr/>
          </a:p>
          <a:p>
            <a:pPr indent="0" lvl="2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{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int a[],i,n;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Scanner</a:t>
            </a:r>
            <a:r>
              <a:rPr lang="en-US" sz="2200"/>
              <a:t> </a:t>
            </a:r>
            <a:r>
              <a:rPr b="1" lang="en-US" sz="2200"/>
              <a:t>sc</a:t>
            </a:r>
            <a:r>
              <a:rPr lang="en-US" sz="2200"/>
              <a:t>=new </a:t>
            </a:r>
            <a:r>
              <a:rPr b="1" lang="en-US" sz="2200"/>
              <a:t>Scanner</a:t>
            </a:r>
            <a:r>
              <a:rPr lang="en-US" sz="2200"/>
              <a:t>(System.in);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System.out.println("Enter the array size");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n=</a:t>
            </a:r>
            <a:r>
              <a:rPr b="1" lang="en-US" sz="2200"/>
              <a:t>sc.nextInt();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a=new int[n];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System.out.println("Enter the array elements:");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for(i=0; i&lt;n; i++)</a:t>
            </a:r>
            <a:endParaRPr/>
          </a:p>
          <a:p>
            <a:pPr indent="0" lvl="3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a[i]=sc.nextInt();</a:t>
            </a:r>
            <a:endParaRPr/>
          </a:p>
        </p:txBody>
      </p:sp>
      <p:sp>
        <p:nvSpPr>
          <p:cNvPr id="165" name="Google Shape;1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7421629" y="3448732"/>
            <a:ext cx="3588226" cy="1754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System.out.println("Elements are:");</a:t>
            </a:r>
            <a:endParaRPr/>
          </a:p>
          <a:p>
            <a:pPr indent="0" lvl="2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for(i=0; i&lt;n; i++)</a:t>
            </a:r>
            <a:endParaRPr/>
          </a:p>
          <a:p>
            <a:pPr indent="0" lvl="2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System.out.println(a[i]);</a:t>
            </a:r>
            <a:endParaRPr/>
          </a:p>
          <a:p>
            <a:pPr indent="0" lvl="2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1981200" y="7620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Average value in an array.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Average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nums[] = {10.1, 11.2, 12.3, 13.4, 14.5};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result = 0;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i&lt;5; i++)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result = result + nums[i];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System.out.println("Average is " + result / 5);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Array(contd.)</a:t>
            </a:r>
            <a:endParaRPr/>
          </a:p>
        </p:txBody>
      </p:sp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int[] num1, nums2, nums3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// create three arrays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three array variables num1,num2,num3 of type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is the same as writing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num1[], nums2[], nums3[]; 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Multidimensional Arrays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Multidimensional arrays are actually arrays of arrays.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declare a multidimensional array variable, specify each </a:t>
            </a: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index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another set of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brackets.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 2 D array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</a:t>
            </a:r>
            <a:endParaRPr/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b[][]= new int[4][5];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allocates a 4 by 5 array and assigns it to variable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rows and 5 columns</a:t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Multidimensional Arrays(contd.)</a:t>
            </a:r>
            <a:endParaRPr/>
          </a:p>
        </p:txBody>
      </p:sp>
      <p:sp>
        <p:nvSpPr>
          <p:cNvPr id="196" name="Google Shape;196;p13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declarations are also equivalent: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twod[][] = new char[3][4];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char[][] twod = new char[3][4];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Multidimensional Arrays</a:t>
            </a:r>
            <a:endParaRPr/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allocate memory for a multidimensional array, you need only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the </a:t>
            </a:r>
            <a:r>
              <a:rPr b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for the first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(leftmost) dimension.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a[][] = new int[2][];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 = new int[3];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 = new int[3];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2D array with two rows. First row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3 columns. Second row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3 columns.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6553201" y="3200400"/>
            <a:ext cx="3114675" cy="8302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a[][]= new int[2][3];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4"/>
          <p:cNvCxnSpPr/>
          <p:nvPr/>
        </p:nvCxnSpPr>
        <p:spPr>
          <a:xfrm rot="10800000">
            <a:off x="5562600" y="3505201"/>
            <a:ext cx="990600" cy="1587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idx="1" type="body"/>
          </p:nvPr>
        </p:nvSpPr>
        <p:spPr>
          <a:xfrm>
            <a:off x="1981200" y="0"/>
            <a:ext cx="82296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TwoDArray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a[][]= new int[2][3];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j, k = 0;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i&lt;2; i++)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for(j=0; j&lt;3; j++)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a[i][j] = k;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k++;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i&lt;2; i++)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 for(j=0; j&lt;3; j++)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{System.out.print(a[i][j] + " ");}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System.out.println();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		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7620001" y="4191001"/>
            <a:ext cx="1133475" cy="923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0 1 2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3 4 5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Array(cont.)</a:t>
            </a:r>
            <a:endParaRPr/>
          </a:p>
        </p:txBody>
      </p:sp>
      <p:sp>
        <p:nvSpPr>
          <p:cNvPr id="222" name="Google Shape;222;p16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allocate dimensions manually, you </a:t>
            </a:r>
            <a:r>
              <a:rPr b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need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allocate the same number of elements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dimension.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a[][] = new int[2][];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 = new int[1];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 = new int[2];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array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2 rows.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row a[0] has 1 column.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row a[1] has 2 columns.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idx="1" type="body"/>
          </p:nvPr>
        </p:nvSpPr>
        <p:spPr>
          <a:xfrm>
            <a:off x="2057400" y="0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TwoDAgain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a[][] = new int[2][];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 = new int[1];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 = new int[2];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j, k = 0;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i&lt;2; i++)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for(j=0; j&lt;i+1; j++)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{a = k;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k++;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i&lt;2; i++) 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for(j=0; j&lt;i+1; j++)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{System.out.print(a[i][j] + " ");}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System.out.println(); }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 }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7620001" y="4191001"/>
            <a:ext cx="1133475" cy="923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14478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Multidimensional array initialization</a:t>
            </a:r>
            <a:endParaRPr/>
          </a:p>
        </p:txBody>
      </p:sp>
      <p:sp>
        <p:nvSpPr>
          <p:cNvPr id="238" name="Google Shape;238;p18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Enclose each dimension’s initializer(values) within its own set of curly braces.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expressions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well as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 values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of array </a:t>
            </a:r>
            <a:r>
              <a:rPr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initializers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a[][]={ {1,2,3} , {3,4,5}} ;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>
            <p:ph idx="1" type="body"/>
          </p:nvPr>
        </p:nvSpPr>
        <p:spPr>
          <a:xfrm>
            <a:off x="1981200" y="457200"/>
            <a:ext cx="8229600" cy="56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Matrix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m[][] =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0*0, 1*0, 2*0, 3*0 }, { 0*1, 1*1, 2*1, 3*1 },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0*2, 1*2, 2*2, 3*2 }, { 0*3, 1*3, 2*3, 3*3 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for(i=0; i&lt;4; i++)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for(j=0; j&lt;4; j++)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{System.out.print(m[i][j] + " ");}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System.out.println();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7772400" y="2209800"/>
            <a:ext cx="2590800" cy="18462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0.0  0.0  0.0  0.0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0.0  1.0  2.0  3.0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0.0  2.0  4.0  6.0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0.0  3.0  6.0  9.0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type="title"/>
          </p:nvPr>
        </p:nvSpPr>
        <p:spPr>
          <a:xfrm>
            <a:off x="1981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class</a:t>
            </a:r>
            <a:endParaRPr/>
          </a:p>
        </p:txBody>
      </p:sp>
      <p:sp>
        <p:nvSpPr>
          <p:cNvPr id="254" name="Google Shape;254;p20"/>
          <p:cNvSpPr txBox="1"/>
          <p:nvPr>
            <p:ph idx="1" type="body"/>
          </p:nvPr>
        </p:nvSpPr>
        <p:spPr>
          <a:xfrm>
            <a:off x="1981200" y="685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is a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an object.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String type is used to </a:t>
            </a:r>
            <a:r>
              <a:rPr b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string variables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quoted string constant(E.g. “hello”) can be assigned to a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variable.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variable of </a:t>
            </a: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String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assigned to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variable of </a:t>
            </a: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String.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an object of type String as an argument to println( 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str = "this is a test";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System.out.println(str);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172200" y="649287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259387" y="5105400"/>
            <a:ext cx="5408612" cy="10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str is an object of type String.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assigned the string “this is a test”.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string is displayed by the println( ) statement.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E.g.</a:t>
            </a:r>
            <a:endParaRPr/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1981200" y="1524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s=“Hello”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System.out.print(s);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7239001" y="3276600"/>
            <a:ext cx="1133475" cy="646112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String(contd.)</a:t>
            </a:r>
            <a:endParaRPr/>
          </a:p>
        </p:txBody>
      </p:sp>
      <p:sp>
        <p:nvSpPr>
          <p:cNvPr id="272" name="Google Shape;272;p22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Java,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is basically an </a:t>
            </a:r>
            <a:r>
              <a:rPr b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represents sequence of char values 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of characters works same as Java string.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example: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char[] ch={‘H’,’e’,’l’,’l’,’o’};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None/>
            </a:pPr>
            <a:r>
              <a:rPr b="1"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s=new </a:t>
            </a:r>
            <a:r>
              <a:rPr b="1" lang="en-US" sz="2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(ch);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//This statement converts character array </a:t>
            </a:r>
            <a:r>
              <a:rPr b="1"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r>
              <a:rPr i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string and store in string object 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same as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s=“Hello";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//creating string by java string literal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methods</a:t>
            </a:r>
            <a:endParaRPr/>
          </a:p>
        </p:txBody>
      </p:sp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length()</a:t>
            </a:r>
            <a:endParaRPr b="1">
              <a:solidFill>
                <a:srgbClr val="2F5496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length of a string can be found with the length() method.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sz="24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=“Hello”;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System.out.print(“Length=”,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.length()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534400" y="4495800"/>
            <a:ext cx="1676400" cy="646112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Length=5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methods(contd.)</a:t>
            </a:r>
            <a:endParaRPr/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toUpperCase()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6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toLowerCase()</a:t>
            </a:r>
            <a:endParaRPr b="1">
              <a:solidFill>
                <a:srgbClr val="2F5496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from lower to upper and upper to lower respectively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=“Hello World”;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toUpperCase()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toLowerCase()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333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7924800" y="3810001"/>
            <a:ext cx="2133600" cy="923925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WORLD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hello world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methods(contd.)</a:t>
            </a:r>
            <a:endParaRPr/>
          </a:p>
        </p:txBody>
      </p:sp>
      <p:sp>
        <p:nvSpPr>
          <p:cNvPr id="298" name="Google Shape;298;p25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indexOf()</a:t>
            </a:r>
            <a:endParaRPr b="1">
              <a:solidFill>
                <a:srgbClr val="2F5496"/>
              </a:solidFill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indexOf() method returns the index (the position) of the first occurrence of a specified text in a string (including whitespace)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=“I am fine.I am ok”;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.indexOf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(“am”)</a:t>
            </a:r>
            <a:r>
              <a:rPr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7924800" y="3810000"/>
            <a:ext cx="2133600" cy="646112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concatenation</a:t>
            </a:r>
            <a:endParaRPr/>
          </a:p>
        </p:txBody>
      </p:sp>
      <p:sp>
        <p:nvSpPr>
          <p:cNvPr id="307" name="Google Shape;307;p26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1: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+ operator can be used between strings to combine them. This is called concatenation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2: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</a:t>
            </a:r>
            <a:r>
              <a:rPr b="1" lang="en-US" sz="2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concat()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 to concatenate two strings.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s1=“Computer” , s2=“Science”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s1+s2</a:t>
            </a:r>
            <a:r>
              <a:rPr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7924800" y="3810000"/>
            <a:ext cx="2133600" cy="646112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ComputerScience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concatenation(contd.)</a:t>
            </a:r>
            <a:endParaRPr/>
          </a:p>
        </p:txBody>
      </p:sp>
      <p:sp>
        <p:nvSpPr>
          <p:cNvPr id="316" name="Google Shape;316;p27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s1=“Computer ” , s2=“Science”;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System.out.println(s1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</a:t>
            </a:r>
            <a:r>
              <a:rPr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7924800" y="3810000"/>
            <a:ext cx="2133600" cy="646112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Science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concatenation(contd.)</a:t>
            </a:r>
            <a:endParaRPr/>
          </a:p>
        </p:txBody>
      </p:sp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add a number and a string, the result will be a string concatenation.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Sample {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s1=“10 ” , s2=“12”;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a=13;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System.out.println(s1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</a:t>
            </a:r>
            <a:r>
              <a:rPr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System.out.println(s1</a:t>
            </a: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7924800" y="3810001"/>
            <a:ext cx="2133600" cy="923925"/>
          </a:xfrm>
          <a:prstGeom prst="rect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 txBox="1"/>
          <p:nvPr>
            <p:ph type="title"/>
          </p:nvPr>
        </p:nvSpPr>
        <p:spPr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class</a:t>
            </a:r>
            <a:endParaRPr/>
          </a:p>
        </p:txBody>
      </p:sp>
      <p:sp>
        <p:nvSpPr>
          <p:cNvPr id="334" name="Google Shape;334;p29"/>
          <p:cNvSpPr txBox="1"/>
          <p:nvPr>
            <p:ph idx="1" type="body"/>
          </p:nvPr>
        </p:nvSpPr>
        <p:spPr>
          <a:xfrm>
            <a:off x="1981200" y="914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implements a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 array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can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shrink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size as required.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similar to ArrayList class, but with two differences: 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is synchronized, and it contains many legacy methods that are not part of the Collections Framework.</a:t>
            </a:r>
            <a:endParaRPr/>
          </a:p>
          <a:p>
            <a:pPr indent="-228600" lvl="2" marL="11430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Synchronized  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if one thread is working on 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 other thread can get a hold of 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can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AbstractList class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can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interface.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9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>
            <p:ph type="title"/>
          </p:nvPr>
        </p:nvSpPr>
        <p:spPr>
          <a:xfrm>
            <a:off x="1981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Vector(contd.)</a:t>
            </a:r>
            <a:endParaRPr/>
          </a:p>
        </p:txBody>
      </p:sp>
      <p:sp>
        <p:nvSpPr>
          <p:cNvPr id="342" name="Google Shape;342;p30"/>
          <p:cNvSpPr txBox="1"/>
          <p:nvPr>
            <p:ph idx="1" type="body"/>
          </p:nvPr>
        </p:nvSpPr>
        <p:spPr>
          <a:xfrm>
            <a:off x="1981200" y="838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vectors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 an initial capacity(size).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initial capacity is reached,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next time if we attempt to store an object in the vector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vector automatically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allocates space for that object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 extra room for additional objects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 of extra space allocated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each reallocation is determined by the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you specify  when you create the vector.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specify an </a:t>
            </a:r>
            <a:r>
              <a:rPr b="1" i="1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vector’s size is doubled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each allocation cycle.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Vector(contd.)</a:t>
            </a:r>
            <a:endParaRPr/>
          </a:p>
        </p:txBody>
      </p:sp>
      <p:sp>
        <p:nvSpPr>
          <p:cNvPr id="350" name="Google Shape;350;p31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is declared like this: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None/>
            </a:pPr>
            <a:r>
              <a:rPr b="1" lang="en-US" sz="2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Vector&lt;E&gt;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E specifies the </a:t>
            </a:r>
            <a:r>
              <a:rPr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element that will be stored.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constructors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 )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Vector(int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size)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Vector(int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size, int incr)</a:t>
            </a:r>
            <a:endParaRPr/>
          </a:p>
          <a:p>
            <a:pPr indent="-285750" lvl="1" marL="74295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Vector(Collection&lt;? extends E&gt;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Vector(contd.)</a:t>
            </a:r>
            <a:endParaRPr/>
          </a:p>
        </p:txBody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)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vector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has an </a:t>
            </a:r>
            <a:r>
              <a:rPr lang="en-US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size of 10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 </a:t>
            </a:r>
            <a:r>
              <a:rPr b="1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size)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vector whose initial capacity is specified by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size. 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 </a:t>
            </a:r>
            <a:r>
              <a:rPr b="1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size, int incr)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vector whose minitial capacity is specified by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 and whose increment is specified by incr. </a:t>
            </a:r>
            <a:endParaRPr/>
          </a:p>
          <a:p>
            <a:pPr indent="-342900" lvl="2" marL="74295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specifies the number of elements to allocate each time that a vector is resized upward. </a:t>
            </a:r>
            <a:endParaRPr/>
          </a:p>
          <a:p>
            <a:pPr indent="-342900" lvl="1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lang="en-US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(Collection&lt;? extends E&gt; </a:t>
            </a:r>
            <a:r>
              <a:rPr b="1"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reates a vector that contains the elements of collection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Vector(contd.)</a:t>
            </a:r>
            <a:endParaRPr/>
          </a:p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1981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defines these protected data members: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capacityIncrement;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elementCount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Object[ ]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elementData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 value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stored in capacityIncrement.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elements currently in the vector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stored in elementCount.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that holds the vector is stored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elementData.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/>
          <p:nvPr>
            <p:ph type="title"/>
          </p:nvPr>
        </p:nvSpPr>
        <p:spPr>
          <a:xfrm>
            <a:off x="1828800" y="-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Vector(contd.)</a:t>
            </a:r>
            <a:endParaRPr/>
          </a:p>
        </p:txBody>
      </p:sp>
      <p:sp>
        <p:nvSpPr>
          <p:cNvPr id="374" name="Google Shape;374;p34"/>
          <p:cNvSpPr txBox="1"/>
          <p:nvPr>
            <p:ph idx="1" type="body"/>
          </p:nvPr>
        </p:nvSpPr>
        <p:spPr>
          <a:xfrm>
            <a:off x="2057400" y="457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defines several legacy methods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6" y="1066800"/>
            <a:ext cx="87471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2025-07-16T05:00:10Z</dcterms:created>
  <dc:creator>RENETHA J B</dc:creator>
</cp:coreProperties>
</file>