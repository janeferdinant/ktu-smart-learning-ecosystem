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49EA-E57C-2156-08FE-A1F149EA7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D491E-C3AD-8CCC-D0B6-57843E401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B9FFC-883F-9114-70E5-96D3DB15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FD746-BFA0-EE5C-915D-E94EE0B4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6839-2578-7AF1-E2A3-9485408C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48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CCA1-5664-A190-4385-E4F48BB1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1BBB1-0DA3-E586-CE93-26D64826F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46882-C1CD-77D4-562C-CEA76B7D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C3EC4-9E08-9CEA-D320-64241C9C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36AA7-37FA-73EE-4026-33438440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620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6BCB9-3B2E-1E8B-E505-C2909E529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D9053-4D9D-EFE9-80DD-5B0CFEA75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19004-465B-BC38-F508-28A371A8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C5993-3AB0-D687-FB5E-EFA259A6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026AB-B689-6BC1-4E2F-16ABB5BC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062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8ED8-A524-8984-22C9-DFF45434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B73A8-5FD3-FDD0-B1EB-79543601F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23E62-4132-0171-D670-EAB155D6E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35191-CC40-35AD-CC90-4BC29A547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A5759-046C-6C4D-30CB-5E07806F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B9775-0545-2924-B76C-7405F640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864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486C-C25D-E0CC-1809-D2E8DDAF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94D42-1F17-E6F3-9C76-D17DD0F38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6D3364-EC4B-0858-49F8-65B762711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92ABC-E8B1-3F25-528B-1806B552E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4C9D7-57C7-1205-F36C-327AF9B80D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FB96A0-00B8-7ABF-DA8E-8089D2005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67EE94-D21D-5CD5-A7F2-C23235B5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DFC0BB-1081-9BEF-41F3-4433EFEC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36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2EADF-5991-769D-0E20-D1A4BA4ED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5162A-D6F0-93E5-6C77-46810A56E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6E9A4-DA83-FA8A-B747-23A20574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B5BDF8-AA37-CB44-1B43-C18E6B89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61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4DD5C5-09FA-A0C4-F972-7E57E068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01308-0CEB-DDB8-DFEA-B1429FAF7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B6134-D089-8083-C8A0-BA31007F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510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3C17-77A0-49DA-32CA-8A9D3C8B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4A53C-EFC3-389C-8E0E-15BD8DB0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B932C-D29D-9355-4D0E-255A2BB4C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E7D05-3B69-9FDD-5125-0ED62329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BE6D9-5FB0-4CF7-2AC2-68C6F828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4F6A6-096B-4086-8E4F-80CC9D4F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6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7DD9A-5299-51BA-9042-065404937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FB8FE9-2325-16CE-74E0-D3E1D7009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CC407-C773-DC80-8856-B8C74C7A9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05EB2-837E-487E-964D-563B88832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A4D65-BCA7-4296-8835-D9B32AC0B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ACC64-8E3A-302A-E736-7001A1A0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7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3DB4-1939-3EB3-7691-B7F9F17C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C177E-FBF9-FB1A-100C-E09CE7896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BC513-1D95-7642-4CCB-44AC674F5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E956B-A602-2C0C-8052-552C7244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12A55-0F0C-8B3D-767F-36F22AFF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951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2E3AE-9ACA-026B-F18F-26FF99F8D7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46FE9-1FD4-932F-4D67-B9B963008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B84EC-4954-1DB0-1CDE-F70541132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424D9-2064-2B92-AEE6-286E23A2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4A48A-B57D-A9D7-C77E-B39CB833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283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18EA6-4B77-0632-35EE-B131F3777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41552-18A2-7113-A765-FCC58BF5D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90DBF-6291-BF62-7982-172B97C82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AE3E6-F001-4E60-A4A2-CF61B462F5BD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9793A-5E75-18D7-996D-C79A6FCB2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B120B-FE7B-2D48-6464-4A6396B99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18E7A-5902-4593-BAF3-7318C224B0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59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B541-3C14-36A1-A49D-947C4D2C1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B103B-1C74-7D6E-9CA4-1019BDED09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39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5E46-BB6D-9CB1-F5BA-F490559B0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59288-8F0A-1C38-192B-41C22B942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BD1905-B141-2DEA-75A3-11F2B29AC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98" y="681037"/>
            <a:ext cx="10785494" cy="353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03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6252AF-1A96-D1C0-2A3C-289954544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45" y="472820"/>
            <a:ext cx="10214123" cy="624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83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OOP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RENETHA J B</dc:creator>
  <cp:lastModifiedBy>RENETHA J B</cp:lastModifiedBy>
  <cp:revision>3</cp:revision>
  <dcterms:created xsi:type="dcterms:W3CDTF">2025-07-02T17:49:48Z</dcterms:created>
  <dcterms:modified xsi:type="dcterms:W3CDTF">2025-07-03T18:47:44Z</dcterms:modified>
</cp:coreProperties>
</file>