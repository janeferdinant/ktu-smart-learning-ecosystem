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jd/Fpzq/HvsJUkmP3lXeYPfKE/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61d0d04a5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261d0d04a5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altLang="en-US" dirty="0">
                <a:solidFill>
                  <a:srgbClr val="0000CC"/>
                </a:solidFill>
              </a:rPr>
              <a:t>PBCST304 Object Oriented Programming</a:t>
            </a:r>
            <a:br>
              <a:rPr lang="en-US" altLang="en-US" dirty="0"/>
            </a:br>
            <a:r>
              <a:rPr lang="en-US" altLang="en-US" dirty="0"/>
              <a:t>Module 3 - </a:t>
            </a:r>
            <a:r>
              <a:rPr lang="en-US" altLang="en-US" b="1" dirty="0"/>
              <a:t>More features of Java </a:t>
            </a:r>
            <a:br>
              <a:rPr lang="en-US" altLang="en-US" b="1" dirty="0"/>
            </a:br>
            <a:r>
              <a:rPr lang="en-US" altLang="en-US" b="1" dirty="0"/>
              <a:t>(Part 6)</a:t>
            </a:r>
            <a:r>
              <a:rPr lang="en-IN" dirty="0"/>
              <a:t>Create user defined exception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Create your own exception- user defined exception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Define a subclass of Exception (which is, of course, a subclass of Throwable).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Exception class does not define any methods of its own. It inherit those methods provided by Throwable.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Constructors of Exception.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Exception( )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Exception(String msg)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964E4-81EE-BE26-F858-E02E38A11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D2422-75D9-4EC0-DE33-A39C3A0DC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Create an exception when minor(age&lt;18) try to vote in election</a:t>
            </a:r>
          </a:p>
        </p:txBody>
      </p:sp>
    </p:spTree>
    <p:extLst>
      <p:ext uri="{BB962C8B-B14F-4D97-AF65-F5344CB8AC3E}">
        <p14:creationId xmlns:p14="http://schemas.microsoft.com/office/powerpoint/2010/main" val="2061272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body" idx="2"/>
          </p:nvPr>
        </p:nvSpPr>
        <p:spPr>
          <a:xfrm>
            <a:off x="214605" y="251927"/>
            <a:ext cx="6830008" cy="6372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class </a:t>
            </a:r>
            <a:r>
              <a:rPr lang="en-IN" sz="1800" b="1" dirty="0" err="1"/>
              <a:t>MyException</a:t>
            </a:r>
            <a:r>
              <a:rPr lang="en-IN" sz="1800" dirty="0"/>
              <a:t> extends Exception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{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   	</a:t>
            </a:r>
            <a:r>
              <a:rPr lang="en-IN" sz="1800" dirty="0" err="1"/>
              <a:t>MyException</a:t>
            </a:r>
            <a:r>
              <a:rPr lang="en-IN" sz="1800" dirty="0"/>
              <a:t>(String exception)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 	{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	</a:t>
            </a:r>
            <a:r>
              <a:rPr lang="en-IN" sz="1800" b="1" dirty="0"/>
              <a:t>super</a:t>
            </a:r>
            <a:r>
              <a:rPr lang="en-IN" sz="1800" dirty="0"/>
              <a:t>(exception);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	 }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 }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class </a:t>
            </a:r>
            <a:r>
              <a:rPr lang="en-IN" sz="1800" b="1" dirty="0" err="1"/>
              <a:t>CreateException</a:t>
            </a:r>
            <a:r>
              <a:rPr lang="en-IN" sz="1800" dirty="0"/>
              <a:t>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{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	static void vote(int age) throws </a:t>
            </a:r>
            <a:r>
              <a:rPr lang="en-IN" sz="1800" dirty="0" err="1"/>
              <a:t>MyException</a:t>
            </a:r>
            <a:r>
              <a:rPr lang="en-IN" sz="1800" dirty="0"/>
              <a:t>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	{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	</a:t>
            </a:r>
            <a:r>
              <a:rPr lang="en-IN" sz="1800" dirty="0" err="1"/>
              <a:t>System.out.println</a:t>
            </a:r>
            <a:r>
              <a:rPr lang="en-IN" sz="1800" dirty="0"/>
              <a:t>("Vote “ + age );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	if(age &lt; 18)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	throw new </a:t>
            </a:r>
            <a:r>
              <a:rPr lang="en-IN" sz="1800" dirty="0" err="1"/>
              <a:t>MyException</a:t>
            </a:r>
            <a:r>
              <a:rPr lang="en-IN" sz="1800" dirty="0"/>
              <a:t>("Invalid age . Not eligible to vote");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	else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	</a:t>
            </a:r>
            <a:r>
              <a:rPr lang="en-IN" sz="1800" dirty="0" err="1"/>
              <a:t>System.out.println</a:t>
            </a:r>
            <a:r>
              <a:rPr lang="en-IN" sz="1800" dirty="0"/>
              <a:t>("Eligible to vote");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dirty="0"/>
              <a:t>	} </a:t>
            </a:r>
            <a:endParaRPr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4"/>
          </p:nvPr>
        </p:nvSpPr>
        <p:spPr>
          <a:xfrm>
            <a:off x="7044612" y="0"/>
            <a:ext cx="7184605" cy="6372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public static void main(String args[])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{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try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 {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vote(20);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vote(10);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}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catch (MyException e)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{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 System.out.println("Caught " + e);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}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    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 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8584163" y="4991878"/>
            <a:ext cx="3041780" cy="1754326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Vote 20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Eligible to vote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Vote 10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Caught MyException: Invalid age . Not eligible to vote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61d0d04a5c_1_0"/>
          <p:cNvSpPr txBox="1">
            <a:spLocks noGrp="1"/>
          </p:cNvSpPr>
          <p:nvPr>
            <p:ph type="body" idx="2"/>
          </p:nvPr>
        </p:nvSpPr>
        <p:spPr>
          <a:xfrm>
            <a:off x="214605" y="251927"/>
            <a:ext cx="68301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class </a:t>
            </a:r>
            <a:r>
              <a:rPr lang="en-IN" sz="1800" b="1"/>
              <a:t>MyException</a:t>
            </a:r>
            <a:r>
              <a:rPr lang="en-IN" sz="1800"/>
              <a:t> extends Exception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{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   	MyException(String exception)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 	{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	super(exception);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	 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 }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class </a:t>
            </a:r>
            <a:r>
              <a:rPr lang="en-IN" sz="1800" b="1"/>
              <a:t>CreateException</a:t>
            </a:r>
            <a:r>
              <a:rPr lang="en-IN" sz="1800"/>
              <a:t>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{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	static void vote(int age) throws MyException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	{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	System.out.println("Vote “ + age );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	if(age &lt; 18)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	throw new MyException("Invalid age . Not eligible to vote");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	else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	System.out.println("Eligible to vote");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	} </a:t>
            </a:r>
            <a:endParaRPr/>
          </a:p>
        </p:txBody>
      </p:sp>
      <p:sp>
        <p:nvSpPr>
          <p:cNvPr id="104" name="Google Shape;104;g261d0d04a5c_1_0"/>
          <p:cNvSpPr txBox="1">
            <a:spLocks noGrp="1"/>
          </p:cNvSpPr>
          <p:nvPr>
            <p:ph type="body" idx="4"/>
          </p:nvPr>
        </p:nvSpPr>
        <p:spPr>
          <a:xfrm>
            <a:off x="7044612" y="0"/>
            <a:ext cx="71847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public static void main(String args[])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{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try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 {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vote(20);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vote(10);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}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catch (MyException e)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{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 System.out.println("Caught " + e);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	}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    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800"/>
              <a:t> 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105" name="Google Shape;105;g261d0d04a5c_1_0"/>
          <p:cNvSpPr txBox="1"/>
          <p:nvPr/>
        </p:nvSpPr>
        <p:spPr>
          <a:xfrm>
            <a:off x="8584163" y="4991878"/>
            <a:ext cx="3041700" cy="17547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Vote 20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Eligible to vote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Vote 10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Caught MyException: Invalid age . Not eligible to vote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406</Words>
  <Application>Microsoft Office PowerPoint</Application>
  <PresentationFormat>Widescreen</PresentationFormat>
  <Paragraphs>82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PBCST304 Object Oriented Programming Module 3 - More features of Java  (Part 6)Create user defined exception</vt:lpstr>
      <vt:lpstr>Create your own exception- user defined exception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RENETHA J B</dc:creator>
  <cp:lastModifiedBy>RENETHA J B</cp:lastModifiedBy>
  <cp:revision>2</cp:revision>
  <dcterms:created xsi:type="dcterms:W3CDTF">2023-11-19T10:55:22Z</dcterms:created>
  <dcterms:modified xsi:type="dcterms:W3CDTF">2025-09-22T00:19:45Z</dcterms:modified>
</cp:coreProperties>
</file>